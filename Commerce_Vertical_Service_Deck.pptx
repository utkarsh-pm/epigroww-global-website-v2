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39712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42048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44384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1392" y="36576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2048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44384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51392" y="118872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49056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1392" y="201168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7376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9712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44384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9056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283464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9712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42048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44384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49056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51392" y="3657600"/>
            <a:ext cx="64008" cy="64008"/>
          </a:xfrm>
          <a:prstGeom prst="oval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822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0" kern="0" dirty="0">
                <a:solidFill>
                  <a:srgbClr val="E8622A"/>
                </a:solidFill>
              </a:rPr>
              <a:t>COMMERCE VERTICAL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12344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Full-Spectrum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Commerce</a:t>
            </a:r>
            <a:endParaRPr lang="en-US" sz="4600" dirty="0"/>
          </a:p>
        </p:txBody>
      </p:sp>
      <p:sp>
        <p:nvSpPr>
          <p:cNvPr id="46" name="Text 44"/>
          <p:cNvSpPr/>
          <p:nvPr/>
        </p:nvSpPr>
        <p:spPr>
          <a:xfrm>
            <a:off x="502920" y="2834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07D4A"/>
                </a:solidFill>
              </a:rPr>
              <a:t>Built for Beauty Brands.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0292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Strategy  ·  Execution  ·  Intelligence — All Under One Roof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96A8"/>
                </a:solidFill>
              </a:rPr>
              <a:t>Fragrance   ·   Makeup   ·   Personal Care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594360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80760" y="61264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3952" y="6126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Strategy &amp; Brand Foundation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89320" y="1271016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080760" y="1289304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73952" y="12893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Product Development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89320" y="1947672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080760" y="1965960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73952" y="196596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E-Commerce Management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89320" y="2624328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080760" y="2642616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73952" y="264261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Content &amp; Digital Presence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89320" y="3300984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080760" y="3319272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73952" y="331927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Visibility, Traffic &amp; Growth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989320" y="3977640"/>
            <a:ext cx="2880360" cy="530352"/>
          </a:xfrm>
          <a:prstGeom prst="rect">
            <a:avLst/>
          </a:prstGeom>
          <a:solidFill>
            <a:srgbClr val="1E3263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080760" y="399592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2A"/>
                </a:solidFill>
              </a:rPr>
              <a:t>06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73952" y="399592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Intelligence &amp;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22A"/>
                </a:solidFill>
              </a:rPr>
              <a:t>OVERVIEW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40"/>
                </a:solidFill>
              </a:rPr>
              <a:t>What We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6A8"/>
                </a:solidFill>
              </a:rPr>
              <a:t>We are a dedicated commerce partner for Fragrance, Makeup, and Personal Care brands.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6A8"/>
                </a:solidFill>
              </a:rPr>
              <a:t>From first brief to last mile — strategy, execution, and intelligence under one expert team.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12618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84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2350008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Strategy &amp;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Brand Foundation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73552" y="1874520"/>
            <a:ext cx="2697480" cy="1261872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874520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984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38144" y="2350008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Product Development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Consultation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1874520"/>
            <a:ext cx="2697480" cy="12618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874520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984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54496" y="2350008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E-Commerce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Management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2697480" cy="1261872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55264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" y="373075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Content &amp;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Digital Presence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73552" y="3255264"/>
            <a:ext cx="2697480" cy="12618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3255264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38144" y="373075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Visibility, Traffic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&amp; Growth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9904" y="3255264"/>
            <a:ext cx="2697480" cy="1261872"/>
          </a:xfrm>
          <a:prstGeom prst="rect">
            <a:avLst/>
          </a:prstGeom>
          <a:solidFill>
            <a:srgbClr val="152348"/>
          </a:solidFill>
          <a:ln w="12700">
            <a:solidFill>
              <a:srgbClr val="1523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3255264"/>
            <a:ext cx="64008" cy="12618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622A"/>
                </a:solidFill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54496" y="373075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Intelligence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&amp; Operations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22A"/>
                </a:solidFill>
              </a:rPr>
              <a:t>OUR APPROACH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Competitor Intelligence —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Embedded in Everything We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D0E0"/>
                </a:solidFill>
              </a:rPr>
              <a:t>Competitor intelligence is not a quarterly report. It is a live thread running through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D0E0"/>
                </a:solidFill>
              </a:rPr>
              <a:t>every service we provide — from strategy to operations.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5303520" cy="402336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06040"/>
            <a:ext cx="54864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Pricing &amp; Assortment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6700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Live competitor price monitoring across platforms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303520" cy="402336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81528"/>
            <a:ext cx="54864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272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Ad Share &amp; Keywords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1455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Keyword gaps and sponsored slot benchmarking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5303520" cy="402336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57016"/>
            <a:ext cx="54864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6027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Content &amp; Listings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6210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Title, claims, A+ and image benchmarking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5303520" cy="402336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32504"/>
            <a:ext cx="54864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78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Review &amp; Sentiment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Mining competitor reviews for positioning gaps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07992"/>
            <a:ext cx="5303520" cy="402336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507992"/>
            <a:ext cx="54864" cy="402336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553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Visibility &amp; Share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Share of voice and category placement 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502920"/>
            <a:ext cx="2560320" cy="4297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685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LAYER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1389888"/>
            <a:ext cx="19659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Strategy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NPD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25054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Listings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55080" y="2980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Content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Ads &amp; Visibility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5508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→  Operations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42793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FD0B5"/>
                </a:solidFill>
              </a:rPr>
              <a:t>Every decision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FD0B5"/>
                </a:solidFill>
              </a:rPr>
              <a:t>benchmarked against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FFD0B5"/>
                </a:solidFill>
              </a:rPr>
              <a:t>the competition.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Strategy &amp;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Brand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Where every brand journey begins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Brand Consultation &amp; Positioning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Landscape Study &amp; Benchmarking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Target Audience Profiling &amp; Consumer Insights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Go-To-Market (GTM) Strategy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3383280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Route-To-Market (RTM) Planning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Annual Operating Plan (AOP) Design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Share of Voice &amp; Category Share 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Portfolio &amp; Pricing Architecture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Whitespace Opportunity Identification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A clear strategic roadmap: where to play, how to win, and exactly what it takes to get there — before spending a single rupee on execution.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Development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Consultation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From concept to shelf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NPD Consultation — Fragrance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NPD Consultation — Makeup &amp; Color Cosmetics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NPD Consultation — Personal Care &amp; Skincare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Product &amp; Claims Benchmarking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Market Gap &amp; Trend Analysis for NPD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Formulation Brief &amp; Vendor Scouting Support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Packaging Strategy &amp; Compliance Guidance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Regulatory &amp; Labelling Consultation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New products grounded in market intelligence — formulated for what consumers actually want, positioned to outperform what competitors already offer.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E-Commerce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End-to-end marketplace ownership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Platform Onboarding (Amazon, Flipkart, Nykaa, Myntra &amp; more)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Product Listing &amp; Catalogue Management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Pricing &amp; Assortment Monitoring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Inventory Planning &amp; Replenishment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3383280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Sales Planning &amp; Execution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Ads &amp; Sponsored Campaigns (Performance Marketing)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Ad Share &amp; Keyword Gap 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Account Health &amp; Compliance Management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QCOM Management — Blinkit, Zepto, Swiggy Instamart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Your marketplace presence — fully owned, actively managed, and continuously benchmarked against competition across every platform that matters.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Content &amp;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Digital Presence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Content that converts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Content Strategy &amp; Planning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Content Audit &amp; Benchmarking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Product Listing Copy &amp; SEO Optimization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Keyword Landscape &amp; Search Share Analysis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3383280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A+ Content / Enhanced Brand Content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Brand Store Design &amp; Build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Product Photography &amp; Image Direction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Video Content Direction for Listings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Review Mining for Positioning Gaps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Every word, image, and module on your listing working harder — optimized for search, benchmarked against competitors, and built to convert at every scroll.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Visibility, Traffic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&amp; Growth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Driving discovery across touchpoints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Category &amp; Competitor Visibility Benchmarking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Category Visibility &amp; Negotiation (banners, homepage, events)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Marketplace Campaign Planning (BBD, GIF, Pink Friday &amp; more)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External Traffic Management (Meta &amp; Google to PDP)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3383280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Ad Intelligence &amp; Spend Benchmarking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Influencer &amp; Social Commerce Integration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Affiliate Platform Management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Sampling Campaign Management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CRM &amp; Loyalty Integration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Maximum brand visibility — on-platform and off — with every placement, campaign, and channel measured against what your competition is doing.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22A"/>
                </a:solidFill>
              </a:rPr>
              <a:t>06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Intelligence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&amp;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The backbone of scalable commerce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70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</a:rPr>
              <a:t>Services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Competitor Intelligence Dashboard (live, across platforms)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E-Commerce Performance Dashboard (SKU &amp; platform level)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General Trade (GT) Performance Dashboard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44368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GT Structuring &amp; Distribution Consultation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1627632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1536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Warehousing Solutions &amp; Partner Network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2066544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975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Last-Mile Logistics Management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2505456"/>
            <a:ext cx="128016" cy="128016"/>
          </a:xfrm>
          <a:prstGeom prst="oval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</a:rPr>
              <a:t>Supply Chain Process Consulting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8622A"/>
                </a:solidFill>
              </a:rPr>
              <a:t>OUTCOME  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481328" y="434340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EDF5"/>
                </a:solidFill>
              </a:rPr>
              <a:t>Real-time intelligence and operational infrastructure that lets your brand scale without chaos — with competitor tracking embedded at every level.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22A"/>
                </a:solidFill>
              </a:rPr>
              <a:t>OUR PROCESS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We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D0E0"/>
                </a:solidFill>
              </a:rPr>
              <a:t>Six stages. Built to move fast and get it right the first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298448" cy="2011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E0CC"/>
                </a:solidFill>
              </a:rPr>
              <a:t>Audit brand, category &amp; competition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18488" y="214884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09928" y="1389888"/>
            <a:ext cx="1298448" cy="2011680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09928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2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09928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84248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0E0"/>
                </a:solidFill>
              </a:rPr>
              <a:t>GTM, AOP, positioning &amp; benchmarks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08376" y="214884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99816" y="1389888"/>
            <a:ext cx="1298448" cy="2011680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9816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2A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99816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74136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0E0"/>
                </a:solidFill>
              </a:rPr>
              <a:t>Listings, content, ads, visibility, ops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98264" y="214884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89704" y="1389888"/>
            <a:ext cx="1298448" cy="2011680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9704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2A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89704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64024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0E0"/>
                </a:solidFill>
              </a:rPr>
              <a:t>Live dashboards &amp; competitor tracking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88152" y="214884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879592" y="1389888"/>
            <a:ext cx="1298448" cy="2011680"/>
          </a:xfrm>
          <a:prstGeom prst="rect">
            <a:avLst/>
          </a:prstGeom>
          <a:solidFill>
            <a:srgbClr val="1E3263"/>
          </a:solidFill>
          <a:ln w="12700">
            <a:solidFill>
              <a:srgbClr val="1E32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79592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2A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879592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Optimise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53912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52744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D0E0"/>
                </a:solidFill>
              </a:rPr>
              <a:t>Data-driven fixes at every channel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78040" y="214884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A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69480" y="1389888"/>
            <a:ext cx="1298448" cy="2011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69480" y="14813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69480" y="202996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43800" y="2587752"/>
            <a:ext cx="74980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2697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E0CC"/>
                </a:solidFill>
              </a:rPr>
              <a:t>New platforms, products &amp; markets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7D4A"/>
                </a:solidFill>
              </a:rPr>
              <a:t>Competitor intelligence runs continuously through all six stages.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400" kern="0" dirty="0">
                <a:solidFill>
                  <a:srgbClr val="E8622A"/>
                </a:solidFill>
              </a:rPr>
              <a:t>OUR REACH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340"/>
                </a:solidFill>
              </a:rPr>
              <a:t>One Partner.</a:t>
            </a:r>
            <a:endParaRPr lang="en-US" sz="3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340"/>
                </a:solidFill>
              </a:rPr>
              <a:t>Every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96A8"/>
                </a:solidFill>
              </a:rPr>
              <a:t>We manage your brand wherever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96A8"/>
                </a:solidFill>
              </a:rPr>
              <a:t>your consumer shops.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384048"/>
            <a:ext cx="425196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73168" y="475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8622A"/>
                </a:solidFill>
              </a:rPr>
              <a:t>E-COMMERCE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73168" y="731520"/>
            <a:ext cx="4041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Amazon India   ·   Flipkart   ·   Nykaa   ·   Myntra   ·   TATA CLiQ   ·   Meesho   ·   JioMart   ·   Purplle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084832"/>
            <a:ext cx="4251960" cy="1097280"/>
          </a:xfrm>
          <a:prstGeom prst="rect">
            <a:avLst/>
          </a:prstGeom>
          <a:solidFill>
            <a:srgbClr val="1E326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176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8622A"/>
                </a:solidFill>
              </a:rPr>
              <a:t>QUICK COMMERCE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73168" y="2432304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Blinkit   ·   Zepto   ·   Swiggy Instamart   ·   BigBasket Now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3310128"/>
            <a:ext cx="4251960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34015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E0CC"/>
                </a:solidFill>
              </a:rPr>
              <a:t>TRAFFIC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73168" y="3657600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Meta (Instagram + Facebook)   ·   Google Ads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4224528"/>
            <a:ext cx="4251960" cy="749808"/>
          </a:xfrm>
          <a:prstGeom prst="rect">
            <a:avLst/>
          </a:prstGeom>
          <a:solidFill>
            <a:srgbClr val="15234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43159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E0CC"/>
                </a:solidFill>
              </a:rPr>
              <a:t>AFFILIATE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4572000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CashKaro   ·   EarnKaro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622A"/>
                </a:solidFill>
              </a:rPr>
              <a:t>8+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6A8"/>
                </a:solidFill>
              </a:rPr>
              <a:t>Platforms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622A"/>
                </a:solidFill>
              </a:rPr>
              <a:t>50+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6A8"/>
                </a:solidFill>
              </a:rPr>
              <a:t>Brands Scaled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622A"/>
                </a:solidFill>
              </a:rPr>
              <a:t>360°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6A8"/>
                </a:solidFill>
              </a:rPr>
              <a:t>Coverage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Build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a Brand That Sells?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0E0"/>
                </a:solidFill>
              </a:rPr>
              <a:t>Let us show you exactly what full-spectrum commerce management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0E0"/>
                </a:solidFill>
              </a:rPr>
              <a:t>looks like for your brand — a free 30-minute strategy conversation.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3108960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383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a Free Strategy 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6A8"/>
                </a:solidFill>
              </a:rPr>
              <a:t>✓  50+ beauty brands scaled     ✓  8+ platforms &amp; QCOM channels     ✓  Strategy to last-mile — one team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3263"/>
                </a:solidFill>
              </a:rPr>
              <a:t>Fragrance  ·  Makeup  ·  Personal Care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Commerce Vertical — Service Deck</dc:title>
  <dc:subject>PptxGenJS Presentation</dc:subject>
  <dc:creator>PptxGenJS</dc:creator>
  <cp:lastModifiedBy>PptxGenJS</cp:lastModifiedBy>
  <cp:revision>1</cp:revision>
  <dcterms:created xsi:type="dcterms:W3CDTF">2026-05-14T04:35:22Z</dcterms:created>
  <dcterms:modified xsi:type="dcterms:W3CDTF">2026-05-14T04:35:22Z</dcterms:modified>
</cp:coreProperties>
</file>